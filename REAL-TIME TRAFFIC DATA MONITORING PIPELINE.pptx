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8" r:id="rId6"/>
    <p:sldId id="275" r:id="rId7"/>
    <p:sldId id="262" r:id="rId8"/>
    <p:sldId id="266" r:id="rId9"/>
    <p:sldId id="264" r:id="rId10"/>
    <p:sldId id="258" r:id="rId11"/>
    <p:sldId id="265" r:id="rId12"/>
    <p:sldId id="271" r:id="rId13"/>
    <p:sldId id="272" r:id="rId14"/>
    <p:sldId id="267" r:id="rId15"/>
    <p:sldId id="269" r:id="rId16"/>
    <p:sldId id="273" r:id="rId17"/>
    <p:sldId id="274" r:id="rId18"/>
    <p:sldId id="26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C4CF44-0EC2-48B6-9493-7A7634CA4B60}" v="50" dt="2026-03-19T16:53:02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mukh Reddy" userId="1914deb53c19e3bb" providerId="LiveId" clId="{BFA135AB-23E8-4001-B761-26B501D73151}"/>
    <pc:docChg chg="undo custSel addSld delSld modSld sldOrd">
      <pc:chgData name="Shanmukh Reddy" userId="1914deb53c19e3bb" providerId="LiveId" clId="{BFA135AB-23E8-4001-B761-26B501D73151}" dt="2026-03-20T05:02:45.947" v="579" actId="2696"/>
      <pc:docMkLst>
        <pc:docMk/>
      </pc:docMkLst>
      <pc:sldChg chg="modSp mod">
        <pc:chgData name="Shanmukh Reddy" userId="1914deb53c19e3bb" providerId="LiveId" clId="{BFA135AB-23E8-4001-B761-26B501D73151}" dt="2026-03-19T09:03:02.353" v="171" actId="207"/>
        <pc:sldMkLst>
          <pc:docMk/>
          <pc:sldMk cId="1487700712" sldId="256"/>
        </pc:sldMkLst>
        <pc:spChg chg="mod">
          <ac:chgData name="Shanmukh Reddy" userId="1914deb53c19e3bb" providerId="LiveId" clId="{BFA135AB-23E8-4001-B761-26B501D73151}" dt="2026-03-19T04:14:15.763" v="6" actId="2711"/>
          <ac:spMkLst>
            <pc:docMk/>
            <pc:sldMk cId="1487700712" sldId="256"/>
            <ac:spMk id="2" creationId="{C02C5318-1A1E-49D0-B2E2-A4B0FA9E8A40}"/>
          </ac:spMkLst>
        </pc:spChg>
        <pc:spChg chg="mod">
          <ac:chgData name="Shanmukh Reddy" userId="1914deb53c19e3bb" providerId="LiveId" clId="{BFA135AB-23E8-4001-B761-26B501D73151}" dt="2026-03-19T09:03:02.353" v="171" actId="207"/>
          <ac:spMkLst>
            <pc:docMk/>
            <pc:sldMk cId="1487700712" sldId="256"/>
            <ac:spMk id="3" creationId="{48B6CF59-4E5B-494D-A2F7-97ADD01E6497}"/>
          </ac:spMkLst>
        </pc:spChg>
      </pc:sldChg>
      <pc:sldChg chg="addSp delSp modSp mod ord modClrScheme chgLayout">
        <pc:chgData name="Shanmukh Reddy" userId="1914deb53c19e3bb" providerId="LiveId" clId="{BFA135AB-23E8-4001-B761-26B501D73151}" dt="2026-03-19T16:54:31.109" v="545" actId="1076"/>
        <pc:sldMkLst>
          <pc:docMk/>
          <pc:sldMk cId="497607547" sldId="258"/>
        </pc:sldMkLst>
        <pc:spChg chg="del mod ord">
          <ac:chgData name="Shanmukh Reddy" userId="1914deb53c19e3bb" providerId="LiveId" clId="{BFA135AB-23E8-4001-B761-26B501D73151}" dt="2026-03-19T16:38:42.385" v="442" actId="700"/>
          <ac:spMkLst>
            <pc:docMk/>
            <pc:sldMk cId="497607547" sldId="258"/>
            <ac:spMk id="2" creationId="{921633EB-7DCB-4DDC-80AF-C885A3EE1245}"/>
          </ac:spMkLst>
        </pc:spChg>
        <pc:spChg chg="add mod ord">
          <ac:chgData name="Shanmukh Reddy" userId="1914deb53c19e3bb" providerId="LiveId" clId="{BFA135AB-23E8-4001-B761-26B501D73151}" dt="2026-03-19T16:42:19.735" v="470" actId="2711"/>
          <ac:spMkLst>
            <pc:docMk/>
            <pc:sldMk cId="497607547" sldId="258"/>
            <ac:spMk id="3" creationId="{99D98FC3-FECB-534C-EA44-4748D3A4E356}"/>
          </ac:spMkLst>
        </pc:spChg>
        <pc:spChg chg="add del mod ord">
          <ac:chgData name="Shanmukh Reddy" userId="1914deb53c19e3bb" providerId="LiveId" clId="{BFA135AB-23E8-4001-B761-26B501D73151}" dt="2026-03-19T16:38:55.935" v="444" actId="21"/>
          <ac:spMkLst>
            <pc:docMk/>
            <pc:sldMk cId="497607547" sldId="258"/>
            <ac:spMk id="4" creationId="{C0B2CB8F-496C-2A30-1875-04D47CF52265}"/>
          </ac:spMkLst>
        </pc:spChg>
        <pc:spChg chg="add mod ord">
          <ac:chgData name="Shanmukh Reddy" userId="1914deb53c19e3bb" providerId="LiveId" clId="{BFA135AB-23E8-4001-B761-26B501D73151}" dt="2026-03-19T16:53:37.308" v="534" actId="1076"/>
          <ac:spMkLst>
            <pc:docMk/>
            <pc:sldMk cId="497607547" sldId="258"/>
            <ac:spMk id="5" creationId="{C7AB12C2-F85D-EF85-ED51-A4ACB0881264}"/>
          </ac:spMkLst>
        </pc:spChg>
        <pc:spChg chg="del mod ord">
          <ac:chgData name="Shanmukh Reddy" userId="1914deb53c19e3bb" providerId="LiveId" clId="{BFA135AB-23E8-4001-B761-26B501D73151}" dt="2026-03-19T16:38:42.385" v="442" actId="700"/>
          <ac:spMkLst>
            <pc:docMk/>
            <pc:sldMk cId="497607547" sldId="258"/>
            <ac:spMk id="6" creationId="{A6D3F12F-D9B6-AF48-0604-2BA88E874BA3}"/>
          </ac:spMkLst>
        </pc:spChg>
        <pc:spChg chg="add del mod ord">
          <ac:chgData name="Shanmukh Reddy" userId="1914deb53c19e3bb" providerId="LiveId" clId="{BFA135AB-23E8-4001-B761-26B501D73151}" dt="2026-03-19T16:38:59.188" v="445" actId="21"/>
          <ac:spMkLst>
            <pc:docMk/>
            <pc:sldMk cId="497607547" sldId="258"/>
            <ac:spMk id="7" creationId="{900BE020-862B-172F-88A7-360B2C5B83A6}"/>
          </ac:spMkLst>
        </pc:spChg>
        <pc:spChg chg="add mod ord">
          <ac:chgData name="Shanmukh Reddy" userId="1914deb53c19e3bb" providerId="LiveId" clId="{BFA135AB-23E8-4001-B761-26B501D73151}" dt="2026-03-19T16:54:31.109" v="545" actId="1076"/>
          <ac:spMkLst>
            <pc:docMk/>
            <pc:sldMk cId="497607547" sldId="258"/>
            <ac:spMk id="8" creationId="{6EF5D093-FD93-439D-B5F8-DFC1F45D616C}"/>
          </ac:spMkLst>
        </pc:spChg>
      </pc:sldChg>
      <pc:sldChg chg="delSp del mod">
        <pc:chgData name="Shanmukh Reddy" userId="1914deb53c19e3bb" providerId="LiveId" clId="{BFA135AB-23E8-4001-B761-26B501D73151}" dt="2026-03-19T09:31:51.740" v="281" actId="2696"/>
        <pc:sldMkLst>
          <pc:docMk/>
          <pc:sldMk cId="4209322005" sldId="259"/>
        </pc:sldMkLst>
        <pc:picChg chg="del">
          <ac:chgData name="Shanmukh Reddy" userId="1914deb53c19e3bb" providerId="LiveId" clId="{BFA135AB-23E8-4001-B761-26B501D73151}" dt="2026-03-19T09:30:59.462" v="271" actId="21"/>
          <ac:picMkLst>
            <pc:docMk/>
            <pc:sldMk cId="4209322005" sldId="259"/>
            <ac:picMk id="8" creationId="{EA70616B-E344-4856-8DF9-707C26236613}"/>
          </ac:picMkLst>
        </pc:picChg>
      </pc:sldChg>
      <pc:sldChg chg="addSp delSp modSp mod modClrScheme delDesignElem chgLayout">
        <pc:chgData name="Shanmukh Reddy" userId="1914deb53c19e3bb" providerId="LiveId" clId="{BFA135AB-23E8-4001-B761-26B501D73151}" dt="2026-03-19T10:10:32.030" v="380" actId="1076"/>
        <pc:sldMkLst>
          <pc:docMk/>
          <pc:sldMk cId="3501347425" sldId="260"/>
        </pc:sldMkLst>
        <pc:spChg chg="mod ord">
          <ac:chgData name="Shanmukh Reddy" userId="1914deb53c19e3bb" providerId="LiveId" clId="{BFA135AB-23E8-4001-B761-26B501D73151}" dt="2026-03-19T10:10:32.030" v="380" actId="1076"/>
          <ac:spMkLst>
            <pc:docMk/>
            <pc:sldMk cId="3501347425" sldId="260"/>
            <ac:spMk id="2" creationId="{0F87E73C-2B1A-4602-BFBE-CFE1E55D9B38}"/>
          </ac:spMkLst>
        </pc:spChg>
        <pc:spChg chg="mod ord">
          <ac:chgData name="Shanmukh Reddy" userId="1914deb53c19e3bb" providerId="LiveId" clId="{BFA135AB-23E8-4001-B761-26B501D73151}" dt="2026-03-19T10:10:00.303" v="374" actId="700"/>
          <ac:spMkLst>
            <pc:docMk/>
            <pc:sldMk cId="3501347425" sldId="260"/>
            <ac:spMk id="3" creationId="{A9CB511D-EA45-4336-847C-1252667143B5}"/>
          </ac:spMkLst>
        </pc:spChg>
        <pc:spChg chg="add del mod ord">
          <ac:chgData name="Shanmukh Reddy" userId="1914deb53c19e3bb" providerId="LiveId" clId="{BFA135AB-23E8-4001-B761-26B501D73151}" dt="2026-03-19T10:08:47.037" v="370" actId="700"/>
          <ac:spMkLst>
            <pc:docMk/>
            <pc:sldMk cId="3501347425" sldId="260"/>
            <ac:spMk id="4" creationId="{38B460EE-55A6-48A6-25AC-B420E984FC1D}"/>
          </ac:spMkLst>
        </pc:spChg>
        <pc:spChg chg="add del mod ord">
          <ac:chgData name="Shanmukh Reddy" userId="1914deb53c19e3bb" providerId="LiveId" clId="{BFA135AB-23E8-4001-B761-26B501D73151}" dt="2026-03-19T10:08:47.037" v="370" actId="700"/>
          <ac:spMkLst>
            <pc:docMk/>
            <pc:sldMk cId="3501347425" sldId="260"/>
            <ac:spMk id="6" creationId="{AF8CEC28-F970-38C9-3B8A-988B51879D37}"/>
          </ac:spMkLst>
        </pc:spChg>
        <pc:spChg chg="add del mod ord">
          <ac:chgData name="Shanmukh Reddy" userId="1914deb53c19e3bb" providerId="LiveId" clId="{BFA135AB-23E8-4001-B761-26B501D73151}" dt="2026-03-19T10:08:47.037" v="370" actId="700"/>
          <ac:spMkLst>
            <pc:docMk/>
            <pc:sldMk cId="3501347425" sldId="260"/>
            <ac:spMk id="7" creationId="{9E81D087-71B8-6B13-A4A0-043554CB8666}"/>
          </ac:spMkLst>
        </pc:spChg>
        <pc:spChg chg="add del">
          <ac:chgData name="Shanmukh Reddy" userId="1914deb53c19e3bb" providerId="LiveId" clId="{BFA135AB-23E8-4001-B761-26B501D73151}" dt="2026-03-19T10:10:00.303" v="374" actId="700"/>
          <ac:spMkLst>
            <pc:docMk/>
            <pc:sldMk cId="3501347425" sldId="260"/>
            <ac:spMk id="10" creationId="{379F11E2-8BA5-4C5C-AE7C-361E5EA011FF}"/>
          </ac:spMkLst>
        </pc:spChg>
        <pc:spChg chg="add del">
          <ac:chgData name="Shanmukh Reddy" userId="1914deb53c19e3bb" providerId="LiveId" clId="{BFA135AB-23E8-4001-B761-26B501D73151}" dt="2026-03-19T10:10:00.303" v="374" actId="700"/>
          <ac:spMkLst>
            <pc:docMk/>
            <pc:sldMk cId="3501347425" sldId="260"/>
            <ac:spMk id="12" creationId="{7C00E1DA-EC7C-40FC-95E3-11FDCD2E4291}"/>
          </ac:spMkLst>
        </pc:spChg>
        <pc:grpChg chg="add del">
          <ac:chgData name="Shanmukh Reddy" userId="1914deb53c19e3bb" providerId="LiveId" clId="{BFA135AB-23E8-4001-B761-26B501D73151}" dt="2026-03-19T10:10:00.303" v="374" actId="700"/>
          <ac:grpSpMkLst>
            <pc:docMk/>
            <pc:sldMk cId="3501347425" sldId="260"/>
            <ac:grpSpMk id="14" creationId="{9A421166-2996-41A7-B094-AE5316F347DD}"/>
          </ac:grpSpMkLst>
        </pc:grpChg>
        <pc:picChg chg="add del">
          <ac:chgData name="Shanmukh Reddy" userId="1914deb53c19e3bb" providerId="LiveId" clId="{BFA135AB-23E8-4001-B761-26B501D73151}" dt="2026-03-19T10:08:07.544" v="368" actId="21"/>
          <ac:picMkLst>
            <pc:docMk/>
            <pc:sldMk cId="3501347425" sldId="260"/>
            <ac:picMk id="5" creationId="{A21EA617-6D48-425F-97A8-7FEC82C8F401}"/>
          </ac:picMkLst>
        </pc:picChg>
      </pc:sldChg>
      <pc:sldChg chg="addSp modSp del mod">
        <pc:chgData name="Shanmukh Reddy" userId="1914deb53c19e3bb" providerId="LiveId" clId="{BFA135AB-23E8-4001-B761-26B501D73151}" dt="2026-03-19T09:16:07.892" v="232" actId="2696"/>
        <pc:sldMkLst>
          <pc:docMk/>
          <pc:sldMk cId="1703342593" sldId="261"/>
        </pc:sldMkLst>
        <pc:spChg chg="mod">
          <ac:chgData name="Shanmukh Reddy" userId="1914deb53c19e3bb" providerId="LiveId" clId="{BFA135AB-23E8-4001-B761-26B501D73151}" dt="2026-03-19T09:07:57.859" v="192" actId="21"/>
          <ac:spMkLst>
            <pc:docMk/>
            <pc:sldMk cId="1703342593" sldId="261"/>
            <ac:spMk id="2" creationId="{5B040558-A365-4CCE-92FA-5A48CD98F9C9}"/>
          </ac:spMkLst>
        </pc:spChg>
        <pc:spChg chg="add">
          <ac:chgData name="Shanmukh Reddy" userId="1914deb53c19e3bb" providerId="LiveId" clId="{BFA135AB-23E8-4001-B761-26B501D73151}" dt="2026-03-19T09:07:36.900" v="185"/>
          <ac:spMkLst>
            <pc:docMk/>
            <pc:sldMk cId="1703342593" sldId="261"/>
            <ac:spMk id="3" creationId="{C46E792E-34CE-CEC2-226F-ED4868ECF0E5}"/>
          </ac:spMkLst>
        </pc:spChg>
        <pc:spChg chg="add">
          <ac:chgData name="Shanmukh Reddy" userId="1914deb53c19e3bb" providerId="LiveId" clId="{BFA135AB-23E8-4001-B761-26B501D73151}" dt="2026-03-19T09:07:41.103" v="186"/>
          <ac:spMkLst>
            <pc:docMk/>
            <pc:sldMk cId="1703342593" sldId="261"/>
            <ac:spMk id="4" creationId="{FD5E18EC-F612-89E8-1403-B27057EB7E7A}"/>
          </ac:spMkLst>
        </pc:spChg>
        <pc:spChg chg="add mod">
          <ac:chgData name="Shanmukh Reddy" userId="1914deb53c19e3bb" providerId="LiveId" clId="{BFA135AB-23E8-4001-B761-26B501D73151}" dt="2026-03-19T09:07:43.847" v="188"/>
          <ac:spMkLst>
            <pc:docMk/>
            <pc:sldMk cId="1703342593" sldId="261"/>
            <ac:spMk id="5" creationId="{3B9B7E7D-7824-7784-F2C9-FD3CC7D021E4}"/>
          </ac:spMkLst>
        </pc:spChg>
        <pc:spChg chg="mod">
          <ac:chgData name="Shanmukh Reddy" userId="1914deb53c19e3bb" providerId="LiveId" clId="{BFA135AB-23E8-4001-B761-26B501D73151}" dt="2026-03-19T09:08:10.165" v="195" actId="27636"/>
          <ac:spMkLst>
            <pc:docMk/>
            <pc:sldMk cId="1703342593" sldId="261"/>
            <ac:spMk id="7" creationId="{1EAA65AA-B7BF-FBB4-4B95-306B29753BF8}"/>
          </ac:spMkLst>
        </pc:spChg>
      </pc:sldChg>
      <pc:sldChg chg="addSp delSp modSp mod">
        <pc:chgData name="Shanmukh Reddy" userId="1914deb53c19e3bb" providerId="LiveId" clId="{BFA135AB-23E8-4001-B761-26B501D73151}" dt="2026-03-19T17:03:42.844" v="551" actId="14100"/>
        <pc:sldMkLst>
          <pc:docMk/>
          <pc:sldMk cId="999191026" sldId="262"/>
        </pc:sldMkLst>
        <pc:spChg chg="mod">
          <ac:chgData name="Shanmukh Reddy" userId="1914deb53c19e3bb" providerId="LiveId" clId="{BFA135AB-23E8-4001-B761-26B501D73151}" dt="2026-03-19T04:13:05.420" v="2" actId="2711"/>
          <ac:spMkLst>
            <pc:docMk/>
            <pc:sldMk cId="999191026" sldId="262"/>
            <ac:spMk id="2" creationId="{0984EEB3-E764-169C-E4E1-E2783B57D2C5}"/>
          </ac:spMkLst>
        </pc:spChg>
        <pc:spChg chg="del mod">
          <ac:chgData name="Shanmukh Reddy" userId="1914deb53c19e3bb" providerId="LiveId" clId="{BFA135AB-23E8-4001-B761-26B501D73151}" dt="2026-03-19T10:54:23.005" v="415"/>
          <ac:spMkLst>
            <pc:docMk/>
            <pc:sldMk cId="999191026" sldId="262"/>
            <ac:spMk id="6" creationId="{E7299085-0CB4-ECA1-F16A-E0D255781B51}"/>
          </ac:spMkLst>
        </pc:spChg>
        <pc:graphicFrameChg chg="add mod">
          <ac:chgData name="Shanmukh Reddy" userId="1914deb53c19e3bb" providerId="LiveId" clId="{BFA135AB-23E8-4001-B761-26B501D73151}" dt="2026-03-19T10:54:11.162" v="411"/>
          <ac:graphicFrameMkLst>
            <pc:docMk/>
            <pc:sldMk cId="999191026" sldId="262"/>
            <ac:graphicFrameMk id="3" creationId="{D8AE20FA-C4C8-0084-15E4-2BDCCF4EAE73}"/>
          </ac:graphicFrameMkLst>
        </pc:graphicFrameChg>
        <pc:graphicFrameChg chg="add mod">
          <ac:chgData name="Shanmukh Reddy" userId="1914deb53c19e3bb" providerId="LiveId" clId="{BFA135AB-23E8-4001-B761-26B501D73151}" dt="2026-03-19T10:54:15.509" v="412"/>
          <ac:graphicFrameMkLst>
            <pc:docMk/>
            <pc:sldMk cId="999191026" sldId="262"/>
            <ac:graphicFrameMk id="4" creationId="{3CB9E401-99A6-E025-E8D1-0CC63A8AE018}"/>
          </ac:graphicFrameMkLst>
        </pc:graphicFrameChg>
        <pc:graphicFrameChg chg="add mod modGraphic">
          <ac:chgData name="Shanmukh Reddy" userId="1914deb53c19e3bb" providerId="LiveId" clId="{BFA135AB-23E8-4001-B761-26B501D73151}" dt="2026-03-19T17:03:42.844" v="551" actId="14100"/>
          <ac:graphicFrameMkLst>
            <pc:docMk/>
            <pc:sldMk cId="999191026" sldId="262"/>
            <ac:graphicFrameMk id="5" creationId="{E10BF428-5C07-A71A-2493-E77ED1CF2D3B}"/>
          </ac:graphicFrameMkLst>
        </pc:graphicFrameChg>
      </pc:sldChg>
      <pc:sldChg chg="modSp mod">
        <pc:chgData name="Shanmukh Reddy" userId="1914deb53c19e3bb" providerId="LiveId" clId="{BFA135AB-23E8-4001-B761-26B501D73151}" dt="2026-03-19T16:52:31.739" v="520" actId="14100"/>
        <pc:sldMkLst>
          <pc:docMk/>
          <pc:sldMk cId="2816474507" sldId="264"/>
        </pc:sldMkLst>
        <pc:picChg chg="mod">
          <ac:chgData name="Shanmukh Reddy" userId="1914deb53c19e3bb" providerId="LiveId" clId="{BFA135AB-23E8-4001-B761-26B501D73151}" dt="2026-03-19T16:52:31.739" v="520" actId="14100"/>
          <ac:picMkLst>
            <pc:docMk/>
            <pc:sldMk cId="2816474507" sldId="264"/>
            <ac:picMk id="7" creationId="{30A67F1B-FC32-B780-A4E7-723F4B8BFB6F}"/>
          </ac:picMkLst>
        </pc:picChg>
      </pc:sldChg>
      <pc:sldChg chg="modSp mod ord">
        <pc:chgData name="Shanmukh Reddy" userId="1914deb53c19e3bb" providerId="LiveId" clId="{BFA135AB-23E8-4001-B761-26B501D73151}" dt="2026-03-20T04:52:19.834" v="573"/>
        <pc:sldMkLst>
          <pc:docMk/>
          <pc:sldMk cId="4285380218" sldId="265"/>
        </pc:sldMkLst>
        <pc:spChg chg="mod">
          <ac:chgData name="Shanmukh Reddy" userId="1914deb53c19e3bb" providerId="LiveId" clId="{BFA135AB-23E8-4001-B761-26B501D73151}" dt="2026-03-19T11:03:36.644" v="432" actId="255"/>
          <ac:spMkLst>
            <pc:docMk/>
            <pc:sldMk cId="4285380218" sldId="265"/>
            <ac:spMk id="2" creationId="{AAD458D4-3B5B-A31A-62D8-1FB23FEC995F}"/>
          </ac:spMkLst>
        </pc:spChg>
        <pc:spChg chg="mod">
          <ac:chgData name="Shanmukh Reddy" userId="1914deb53c19e3bb" providerId="LiveId" clId="{BFA135AB-23E8-4001-B761-26B501D73151}" dt="2026-03-19T10:13:01.277" v="392" actId="1076"/>
          <ac:spMkLst>
            <pc:docMk/>
            <pc:sldMk cId="4285380218" sldId="265"/>
            <ac:spMk id="9" creationId="{6C4DEAB0-4BFF-2C99-7C8F-D24BE03EDEE2}"/>
          </ac:spMkLst>
        </pc:spChg>
      </pc:sldChg>
      <pc:sldChg chg="addSp delSp modSp mod modClrScheme chgLayout">
        <pc:chgData name="Shanmukh Reddy" userId="1914deb53c19e3bb" providerId="LiveId" clId="{BFA135AB-23E8-4001-B761-26B501D73151}" dt="2026-03-19T08:49:41.108" v="126" actId="1076"/>
        <pc:sldMkLst>
          <pc:docMk/>
          <pc:sldMk cId="3639986074" sldId="266"/>
        </pc:sldMkLst>
        <pc:spChg chg="add del mod">
          <ac:chgData name="Shanmukh Reddy" userId="1914deb53c19e3bb" providerId="LiveId" clId="{BFA135AB-23E8-4001-B761-26B501D73151}" dt="2026-03-19T04:27:36.585" v="91" actId="700"/>
          <ac:spMkLst>
            <pc:docMk/>
            <pc:sldMk cId="3639986074" sldId="266"/>
            <ac:spMk id="2" creationId="{F7B10354-E19E-15C4-ED17-2E0B168A1052}"/>
          </ac:spMkLst>
        </pc:spChg>
        <pc:spChg chg="add del mod ord">
          <ac:chgData name="Shanmukh Reddy" userId="1914deb53c19e3bb" providerId="LiveId" clId="{BFA135AB-23E8-4001-B761-26B501D73151}" dt="2026-03-19T04:27:36.077" v="90" actId="6264"/>
          <ac:spMkLst>
            <pc:docMk/>
            <pc:sldMk cId="3639986074" sldId="266"/>
            <ac:spMk id="3" creationId="{0CC82CC1-236A-1A8D-F9F5-424B55C09946}"/>
          </ac:spMkLst>
        </pc:spChg>
        <pc:spChg chg="add del mod ord">
          <ac:chgData name="Shanmukh Reddy" userId="1914deb53c19e3bb" providerId="LiveId" clId="{BFA135AB-23E8-4001-B761-26B501D73151}" dt="2026-03-19T04:27:35.620" v="89" actId="700"/>
          <ac:spMkLst>
            <pc:docMk/>
            <pc:sldMk cId="3639986074" sldId="266"/>
            <ac:spMk id="4" creationId="{CD7F40F5-F04B-8C55-EF0A-112584D2C5AD}"/>
          </ac:spMkLst>
        </pc:spChg>
        <pc:spChg chg="add del mod ord">
          <ac:chgData name="Shanmukh Reddy" userId="1914deb53c19e3bb" providerId="LiveId" clId="{BFA135AB-23E8-4001-B761-26B501D73151}" dt="2026-03-19T04:27:35.620" v="89" actId="700"/>
          <ac:spMkLst>
            <pc:docMk/>
            <pc:sldMk cId="3639986074" sldId="266"/>
            <ac:spMk id="5" creationId="{EB016357-3F43-B480-1CBD-F9B7B1298A83}"/>
          </ac:spMkLst>
        </pc:spChg>
        <pc:spChg chg="add del mod ord">
          <ac:chgData name="Shanmukh Reddy" userId="1914deb53c19e3bb" providerId="LiveId" clId="{BFA135AB-23E8-4001-B761-26B501D73151}" dt="2026-03-19T04:27:35.620" v="89" actId="700"/>
          <ac:spMkLst>
            <pc:docMk/>
            <pc:sldMk cId="3639986074" sldId="266"/>
            <ac:spMk id="6" creationId="{4F417B8C-45DD-4A97-7E7F-DCAAACB8B2FC}"/>
          </ac:spMkLst>
        </pc:spChg>
        <pc:spChg chg="add del mod ord">
          <ac:chgData name="Shanmukh Reddy" userId="1914deb53c19e3bb" providerId="LiveId" clId="{BFA135AB-23E8-4001-B761-26B501D73151}" dt="2026-03-19T04:27:35.620" v="89" actId="700"/>
          <ac:spMkLst>
            <pc:docMk/>
            <pc:sldMk cId="3639986074" sldId="266"/>
            <ac:spMk id="7" creationId="{49C90C26-2020-EBFE-8ADA-E1D087CC2372}"/>
          </ac:spMkLst>
        </pc:spChg>
        <pc:spChg chg="add del mod ord">
          <ac:chgData name="Shanmukh Reddy" userId="1914deb53c19e3bb" providerId="LiveId" clId="{BFA135AB-23E8-4001-B761-26B501D73151}" dt="2026-03-19T04:27:35.620" v="89" actId="700"/>
          <ac:spMkLst>
            <pc:docMk/>
            <pc:sldMk cId="3639986074" sldId="266"/>
            <ac:spMk id="8" creationId="{A45BBA04-0265-075B-76A0-04DB7B936BB1}"/>
          </ac:spMkLst>
        </pc:spChg>
        <pc:spChg chg="add del mod ord">
          <ac:chgData name="Shanmukh Reddy" userId="1914deb53c19e3bb" providerId="LiveId" clId="{BFA135AB-23E8-4001-B761-26B501D73151}" dt="2026-03-19T04:32:23.970" v="93" actId="700"/>
          <ac:spMkLst>
            <pc:docMk/>
            <pc:sldMk cId="3639986074" sldId="266"/>
            <ac:spMk id="13" creationId="{7AA2D48F-D4CB-B21C-E86A-FB219A47DEE4}"/>
          </ac:spMkLst>
        </pc:spChg>
        <pc:spChg chg="add del mod ord">
          <ac:chgData name="Shanmukh Reddy" userId="1914deb53c19e3bb" providerId="LiveId" clId="{BFA135AB-23E8-4001-B761-26B501D73151}" dt="2026-03-19T04:32:23.970" v="93" actId="700"/>
          <ac:spMkLst>
            <pc:docMk/>
            <pc:sldMk cId="3639986074" sldId="266"/>
            <ac:spMk id="14" creationId="{C88F99C9-D639-C1E3-BD87-55575C443150}"/>
          </ac:spMkLst>
        </pc:spChg>
        <pc:spChg chg="add mod ord">
          <ac:chgData name="Shanmukh Reddy" userId="1914deb53c19e3bb" providerId="LiveId" clId="{BFA135AB-23E8-4001-B761-26B501D73151}" dt="2026-03-19T08:49:16.660" v="119" actId="700"/>
          <ac:spMkLst>
            <pc:docMk/>
            <pc:sldMk cId="3639986074" sldId="266"/>
            <ac:spMk id="15" creationId="{E98FF564-5D60-ABA2-D58E-0DA6287A01F8}"/>
          </ac:spMkLst>
        </pc:spChg>
        <pc:spChg chg="add del mod ord">
          <ac:chgData name="Shanmukh Reddy" userId="1914deb53c19e3bb" providerId="LiveId" clId="{BFA135AB-23E8-4001-B761-26B501D73151}" dt="2026-03-19T08:43:55.866" v="94" actId="931"/>
          <ac:spMkLst>
            <pc:docMk/>
            <pc:sldMk cId="3639986074" sldId="266"/>
            <ac:spMk id="16" creationId="{3356F082-BA63-EFEA-C3EB-8A7A36172D6B}"/>
          </ac:spMkLst>
        </pc:spChg>
        <pc:spChg chg="add del mod">
          <ac:chgData name="Shanmukh Reddy" userId="1914deb53c19e3bb" providerId="LiveId" clId="{BFA135AB-23E8-4001-B761-26B501D73151}" dt="2026-03-19T08:49:12.148" v="118" actId="931"/>
          <ac:spMkLst>
            <pc:docMk/>
            <pc:sldMk cId="3639986074" sldId="266"/>
            <ac:spMk id="20" creationId="{31E0C697-C72C-8059-E730-092A457BDD9C}"/>
          </ac:spMkLst>
        </pc:spChg>
        <pc:picChg chg="add del mod ord">
          <ac:chgData name="Shanmukh Reddy" userId="1914deb53c19e3bb" providerId="LiveId" clId="{BFA135AB-23E8-4001-B761-26B501D73151}" dt="2026-03-19T04:24:27.602" v="60" actId="931"/>
          <ac:picMkLst>
            <pc:docMk/>
            <pc:sldMk cId="3639986074" sldId="266"/>
            <ac:picMk id="10" creationId="{FB95F36D-F561-782B-394A-8F8917E622A4}"/>
          </ac:picMkLst>
        </pc:picChg>
        <pc:picChg chg="add del mod ord">
          <ac:chgData name="Shanmukh Reddy" userId="1914deb53c19e3bb" providerId="LiveId" clId="{BFA135AB-23E8-4001-B761-26B501D73151}" dt="2026-03-19T04:27:35.027" v="87" actId="931"/>
          <ac:picMkLst>
            <pc:docMk/>
            <pc:sldMk cId="3639986074" sldId="266"/>
            <ac:picMk id="12" creationId="{FA325C09-97EC-2F5B-CFE8-7BC7BA0D1F4F}"/>
          </ac:picMkLst>
        </pc:picChg>
        <pc:picChg chg="add del mod ord">
          <ac:chgData name="Shanmukh Reddy" userId="1914deb53c19e3bb" providerId="LiveId" clId="{BFA135AB-23E8-4001-B761-26B501D73151}" dt="2026-03-19T08:49:08.027" v="117" actId="21"/>
          <ac:picMkLst>
            <pc:docMk/>
            <pc:sldMk cId="3639986074" sldId="266"/>
            <ac:picMk id="18" creationId="{5695A89B-BD18-CEEE-D66B-8A9EF1DB2E70}"/>
          </ac:picMkLst>
        </pc:picChg>
        <pc:picChg chg="add mod ord">
          <ac:chgData name="Shanmukh Reddy" userId="1914deb53c19e3bb" providerId="LiveId" clId="{BFA135AB-23E8-4001-B761-26B501D73151}" dt="2026-03-19T08:49:41.108" v="126" actId="1076"/>
          <ac:picMkLst>
            <pc:docMk/>
            <pc:sldMk cId="3639986074" sldId="266"/>
            <ac:picMk id="22" creationId="{32A699A5-5EFF-7ADE-E254-7BB9B525EED7}"/>
          </ac:picMkLst>
        </pc:picChg>
      </pc:sldChg>
      <pc:sldChg chg="modSp add mod ord">
        <pc:chgData name="Shanmukh Reddy" userId="1914deb53c19e3bb" providerId="LiveId" clId="{BFA135AB-23E8-4001-B761-26B501D73151}" dt="2026-03-20T04:39:53.196" v="571"/>
        <pc:sldMkLst>
          <pc:docMk/>
          <pc:sldMk cId="3116251296" sldId="267"/>
        </pc:sldMkLst>
        <pc:spChg chg="mod">
          <ac:chgData name="Shanmukh Reddy" userId="1914deb53c19e3bb" providerId="LiveId" clId="{BFA135AB-23E8-4001-B761-26B501D73151}" dt="2026-03-19T08:58:17.981" v="150" actId="2711"/>
          <ac:spMkLst>
            <pc:docMk/>
            <pc:sldMk cId="3116251296" sldId="267"/>
            <ac:spMk id="2" creationId="{1D328017-735B-E03E-A845-8DDFC9497BB4}"/>
          </ac:spMkLst>
        </pc:spChg>
        <pc:spChg chg="mod">
          <ac:chgData name="Shanmukh Reddy" userId="1914deb53c19e3bb" providerId="LiveId" clId="{BFA135AB-23E8-4001-B761-26B501D73151}" dt="2026-03-19T11:01:02.502" v="426" actId="2710"/>
          <ac:spMkLst>
            <pc:docMk/>
            <pc:sldMk cId="3116251296" sldId="267"/>
            <ac:spMk id="9" creationId="{6E8FB453-90B1-1808-3184-1C6F193C0D90}"/>
          </ac:spMkLst>
        </pc:spChg>
      </pc:sldChg>
      <pc:sldChg chg="addSp modSp add mod ord modClrScheme chgLayout">
        <pc:chgData name="Shanmukh Reddy" userId="1914deb53c19e3bb" providerId="LiveId" clId="{BFA135AB-23E8-4001-B761-26B501D73151}" dt="2026-03-19T10:11:25.782" v="385" actId="14100"/>
        <pc:sldMkLst>
          <pc:docMk/>
          <pc:sldMk cId="3544953301" sldId="268"/>
        </pc:sldMkLst>
        <pc:spChg chg="mod ord">
          <ac:chgData name="Shanmukh Reddy" userId="1914deb53c19e3bb" providerId="LiveId" clId="{BFA135AB-23E8-4001-B761-26B501D73151}" dt="2026-03-19T09:15:42.214" v="231" actId="700"/>
          <ac:spMkLst>
            <pc:docMk/>
            <pc:sldMk cId="3544953301" sldId="268"/>
            <ac:spMk id="2" creationId="{DC0C045A-BE65-B979-C83A-06303160DFDA}"/>
          </ac:spMkLst>
        </pc:spChg>
        <pc:spChg chg="add mod">
          <ac:chgData name="Shanmukh Reddy" userId="1914deb53c19e3bb" providerId="LiveId" clId="{BFA135AB-23E8-4001-B761-26B501D73151}" dt="2026-03-19T10:11:17.505" v="381" actId="14100"/>
          <ac:spMkLst>
            <pc:docMk/>
            <pc:sldMk cId="3544953301" sldId="268"/>
            <ac:spMk id="4" creationId="{5BBE5326-0DEA-88CB-FB4D-733AF34B7141}"/>
          </ac:spMkLst>
        </pc:spChg>
        <pc:spChg chg="mod ord">
          <ac:chgData name="Shanmukh Reddy" userId="1914deb53c19e3bb" providerId="LiveId" clId="{BFA135AB-23E8-4001-B761-26B501D73151}" dt="2026-03-19T10:11:25.782" v="385" actId="14100"/>
          <ac:spMkLst>
            <pc:docMk/>
            <pc:sldMk cId="3544953301" sldId="268"/>
            <ac:spMk id="6" creationId="{EA6DC69C-3E76-4BB0-F6C7-C62DE1757C1F}"/>
          </ac:spMkLst>
        </pc:spChg>
      </pc:sldChg>
      <pc:sldChg chg="modSp add mod ord">
        <pc:chgData name="Shanmukh Reddy" userId="1914deb53c19e3bb" providerId="LiveId" clId="{BFA135AB-23E8-4001-B761-26B501D73151}" dt="2026-03-20T04:31:41.616" v="561"/>
        <pc:sldMkLst>
          <pc:docMk/>
          <pc:sldMk cId="416422551" sldId="269"/>
        </pc:sldMkLst>
        <pc:spChg chg="mod">
          <ac:chgData name="Shanmukh Reddy" userId="1914deb53c19e3bb" providerId="LiveId" clId="{BFA135AB-23E8-4001-B761-26B501D73151}" dt="2026-03-19T09:16:48.043" v="236" actId="2711"/>
          <ac:spMkLst>
            <pc:docMk/>
            <pc:sldMk cId="416422551" sldId="269"/>
            <ac:spMk id="2" creationId="{6ECAF8AF-AF7B-580A-E317-11CD9F082AED}"/>
          </ac:spMkLst>
        </pc:spChg>
        <pc:spChg chg="mod">
          <ac:chgData name="Shanmukh Reddy" userId="1914deb53c19e3bb" providerId="LiveId" clId="{BFA135AB-23E8-4001-B761-26B501D73151}" dt="2026-03-19T10:14:18.734" v="399" actId="14100"/>
          <ac:spMkLst>
            <pc:docMk/>
            <pc:sldMk cId="416422551" sldId="269"/>
            <ac:spMk id="9" creationId="{34EB9893-DD3B-3422-B78D-335B2AEE0D63}"/>
          </ac:spMkLst>
        </pc:spChg>
      </pc:sldChg>
      <pc:sldChg chg="addSp delSp modSp add del mod">
        <pc:chgData name="Shanmukh Reddy" userId="1914deb53c19e3bb" providerId="LiveId" clId="{BFA135AB-23E8-4001-B761-26B501D73151}" dt="2026-03-19T10:50:20.214" v="406" actId="2696"/>
        <pc:sldMkLst>
          <pc:docMk/>
          <pc:sldMk cId="3910871178" sldId="270"/>
        </pc:sldMkLst>
        <pc:spChg chg="mod">
          <ac:chgData name="Shanmukh Reddy" userId="1914deb53c19e3bb" providerId="LiveId" clId="{BFA135AB-23E8-4001-B761-26B501D73151}" dt="2026-03-19T09:31:44.142" v="280"/>
          <ac:spMkLst>
            <pc:docMk/>
            <pc:sldMk cId="3910871178" sldId="270"/>
            <ac:spMk id="2" creationId="{8529F47E-6DC1-3C23-4EA3-83F054D5F6BC}"/>
          </ac:spMkLst>
        </pc:spChg>
        <pc:spChg chg="add mod">
          <ac:chgData name="Shanmukh Reddy" userId="1914deb53c19e3bb" providerId="LiveId" clId="{BFA135AB-23E8-4001-B761-26B501D73151}" dt="2026-03-19T10:15:40.404" v="405" actId="2710"/>
          <ac:spMkLst>
            <pc:docMk/>
            <pc:sldMk cId="3910871178" sldId="270"/>
            <ac:spMk id="3" creationId="{3600E113-B0DE-4514-9913-462A416505F2}"/>
          </ac:spMkLst>
        </pc:spChg>
        <pc:spChg chg="del mod">
          <ac:chgData name="Shanmukh Reddy" userId="1914deb53c19e3bb" providerId="LiveId" clId="{BFA135AB-23E8-4001-B761-26B501D73151}" dt="2026-03-19T09:29:44.095" v="262"/>
          <ac:spMkLst>
            <pc:docMk/>
            <pc:sldMk cId="3910871178" sldId="270"/>
            <ac:spMk id="9" creationId="{04962B1E-5565-717E-4DA7-AF4EE53452FE}"/>
          </ac:spMkLst>
        </pc:spChg>
      </pc:sldChg>
      <pc:sldChg chg="addSp delSp modSp add mod ord modClrScheme chgLayout">
        <pc:chgData name="Shanmukh Reddy" userId="1914deb53c19e3bb" providerId="LiveId" clId="{BFA135AB-23E8-4001-B761-26B501D73151}" dt="2026-03-20T04:39:45.736" v="567"/>
        <pc:sldMkLst>
          <pc:docMk/>
          <pc:sldMk cId="971566716" sldId="271"/>
        </pc:sldMkLst>
        <pc:spChg chg="mod ord">
          <ac:chgData name="Shanmukh Reddy" userId="1914deb53c19e3bb" providerId="LiveId" clId="{BFA135AB-23E8-4001-B761-26B501D73151}" dt="2026-03-19T09:50:56.680" v="333" actId="313"/>
          <ac:spMkLst>
            <pc:docMk/>
            <pc:sldMk cId="971566716" sldId="271"/>
            <ac:spMk id="2" creationId="{CDD5602E-C391-B211-936A-D47819A67725}"/>
          </ac:spMkLst>
        </pc:spChg>
        <pc:spChg chg="del mod ord">
          <ac:chgData name="Shanmukh Reddy" userId="1914deb53c19e3bb" providerId="LiveId" clId="{BFA135AB-23E8-4001-B761-26B501D73151}" dt="2026-03-19T09:34:05.209" v="302" actId="700"/>
          <ac:spMkLst>
            <pc:docMk/>
            <pc:sldMk cId="971566716" sldId="271"/>
            <ac:spMk id="3" creationId="{ED3B3965-5431-A0C4-B074-9A68EDBB192F}"/>
          </ac:spMkLst>
        </pc:spChg>
        <pc:spChg chg="add del mod ord">
          <ac:chgData name="Shanmukh Reddy" userId="1914deb53c19e3bb" providerId="LiveId" clId="{BFA135AB-23E8-4001-B761-26B501D73151}" dt="2026-03-19T09:34:29.322" v="307" actId="21"/>
          <ac:spMkLst>
            <pc:docMk/>
            <pc:sldMk cId="971566716" sldId="271"/>
            <ac:spMk id="4" creationId="{157D86BB-03FD-288B-03F8-973F64BBD72A}"/>
          </ac:spMkLst>
        </pc:spChg>
        <pc:spChg chg="add del mod ord">
          <ac:chgData name="Shanmukh Reddy" userId="1914deb53c19e3bb" providerId="LiveId" clId="{BFA135AB-23E8-4001-B761-26B501D73151}" dt="2026-03-19T09:47:03.333" v="309" actId="700"/>
          <ac:spMkLst>
            <pc:docMk/>
            <pc:sldMk cId="971566716" sldId="271"/>
            <ac:spMk id="5" creationId="{9CCE0924-8657-8A82-F584-3C9611E5DA04}"/>
          </ac:spMkLst>
        </pc:spChg>
        <pc:spChg chg="add del mod ord">
          <ac:chgData name="Shanmukh Reddy" userId="1914deb53c19e3bb" providerId="LiveId" clId="{BFA135AB-23E8-4001-B761-26B501D73151}" dt="2026-03-19T09:34:34.225" v="308" actId="21"/>
          <ac:spMkLst>
            <pc:docMk/>
            <pc:sldMk cId="971566716" sldId="271"/>
            <ac:spMk id="6" creationId="{ADF614E9-DC64-1D0B-1CC0-BC71949E0858}"/>
          </ac:spMkLst>
        </pc:spChg>
        <pc:spChg chg="add del mod ord">
          <ac:chgData name="Shanmukh Reddy" userId="1914deb53c19e3bb" providerId="LiveId" clId="{BFA135AB-23E8-4001-B761-26B501D73151}" dt="2026-03-19T09:47:03.333" v="309" actId="700"/>
          <ac:spMkLst>
            <pc:docMk/>
            <pc:sldMk cId="971566716" sldId="271"/>
            <ac:spMk id="7" creationId="{4CC94780-58B4-D347-33B7-BDD764E8688F}"/>
          </ac:spMkLst>
        </pc:spChg>
        <pc:spChg chg="add del mod ord">
          <ac:chgData name="Shanmukh Reddy" userId="1914deb53c19e3bb" providerId="LiveId" clId="{BFA135AB-23E8-4001-B761-26B501D73151}" dt="2026-03-19T09:47:47.446" v="310" actId="931"/>
          <ac:spMkLst>
            <pc:docMk/>
            <pc:sldMk cId="971566716" sldId="271"/>
            <ac:spMk id="8" creationId="{D4EAF699-C4DB-D156-2732-6FA559EC2DB9}"/>
          </ac:spMkLst>
        </pc:spChg>
        <pc:spChg chg="add del mod">
          <ac:chgData name="Shanmukh Reddy" userId="1914deb53c19e3bb" providerId="LiveId" clId="{BFA135AB-23E8-4001-B761-26B501D73151}" dt="2026-03-19T09:50:16.113" v="325" actId="22"/>
          <ac:spMkLst>
            <pc:docMk/>
            <pc:sldMk cId="971566716" sldId="271"/>
            <ac:spMk id="12" creationId="{215AFE94-70E4-E84E-1D71-0748B3942247}"/>
          </ac:spMkLst>
        </pc:spChg>
        <pc:picChg chg="add del mod ord">
          <ac:chgData name="Shanmukh Reddy" userId="1914deb53c19e3bb" providerId="LiveId" clId="{BFA135AB-23E8-4001-B761-26B501D73151}" dt="2026-03-19T09:49:47.575" v="324" actId="21"/>
          <ac:picMkLst>
            <pc:docMk/>
            <pc:sldMk cId="971566716" sldId="271"/>
            <ac:picMk id="10" creationId="{88B9D27F-5171-EB2C-2019-E6E7668E9523}"/>
          </ac:picMkLst>
        </pc:picChg>
        <pc:picChg chg="add mod ord">
          <ac:chgData name="Shanmukh Reddy" userId="1914deb53c19e3bb" providerId="LiveId" clId="{BFA135AB-23E8-4001-B761-26B501D73151}" dt="2026-03-19T09:50:41.256" v="330" actId="14100"/>
          <ac:picMkLst>
            <pc:docMk/>
            <pc:sldMk cId="971566716" sldId="271"/>
            <ac:picMk id="14" creationId="{BA2E1CED-BE86-F595-30D2-ABA3AB571FF7}"/>
          </ac:picMkLst>
        </pc:picChg>
      </pc:sldChg>
      <pc:sldChg chg="addSp delSp modSp add mod ord modClrScheme chgLayout">
        <pc:chgData name="Shanmukh Reddy" userId="1914deb53c19e3bb" providerId="LiveId" clId="{BFA135AB-23E8-4001-B761-26B501D73151}" dt="2026-03-20T04:39:47.940" v="569"/>
        <pc:sldMkLst>
          <pc:docMk/>
          <pc:sldMk cId="661499570" sldId="272"/>
        </pc:sldMkLst>
        <pc:spChg chg="del mod ord">
          <ac:chgData name="Shanmukh Reddy" userId="1914deb53c19e3bb" providerId="LiveId" clId="{BFA135AB-23E8-4001-B761-26B501D73151}" dt="2026-03-19T09:48:29.203" v="318" actId="21"/>
          <ac:spMkLst>
            <pc:docMk/>
            <pc:sldMk cId="661499570" sldId="272"/>
            <ac:spMk id="2" creationId="{6206934C-0B5F-AA72-9CC8-1A9B1871A522}"/>
          </ac:spMkLst>
        </pc:spChg>
        <pc:spChg chg="add del mod">
          <ac:chgData name="Shanmukh Reddy" userId="1914deb53c19e3bb" providerId="LiveId" clId="{BFA135AB-23E8-4001-B761-26B501D73151}" dt="2026-03-19T09:48:23.126" v="317" actId="700"/>
          <ac:spMkLst>
            <pc:docMk/>
            <pc:sldMk cId="661499570" sldId="272"/>
            <ac:spMk id="4" creationId="{9B10EC5C-F6CA-8C0B-F414-04BE27DFC8D5}"/>
          </ac:spMkLst>
        </pc:spChg>
        <pc:picChg chg="add mod">
          <ac:chgData name="Shanmukh Reddy" userId="1914deb53c19e3bb" providerId="LiveId" clId="{BFA135AB-23E8-4001-B761-26B501D73151}" dt="2026-03-19T09:49:30.657" v="323" actId="14100"/>
          <ac:picMkLst>
            <pc:docMk/>
            <pc:sldMk cId="661499570" sldId="272"/>
            <ac:picMk id="6" creationId="{F06016CC-A3AB-7D95-A1C4-2AD4FEB7C8EA}"/>
          </ac:picMkLst>
        </pc:picChg>
        <pc:picChg chg="del">
          <ac:chgData name="Shanmukh Reddy" userId="1914deb53c19e3bb" providerId="LiveId" clId="{BFA135AB-23E8-4001-B761-26B501D73151}" dt="2026-03-19T09:48:14.935" v="316" actId="21"/>
          <ac:picMkLst>
            <pc:docMk/>
            <pc:sldMk cId="661499570" sldId="272"/>
            <ac:picMk id="10" creationId="{1B175C36-71D3-803B-D555-5F51E360DF27}"/>
          </ac:picMkLst>
        </pc:picChg>
      </pc:sldChg>
      <pc:sldChg chg="addSp delSp modSp add mod ord modClrScheme chgLayout">
        <pc:chgData name="Shanmukh Reddy" userId="1914deb53c19e3bb" providerId="LiveId" clId="{BFA135AB-23E8-4001-B761-26B501D73151}" dt="2026-03-20T04:31:55.004" v="565"/>
        <pc:sldMkLst>
          <pc:docMk/>
          <pc:sldMk cId="2019385026" sldId="273"/>
        </pc:sldMkLst>
        <pc:spChg chg="mod ord">
          <ac:chgData name="Shanmukh Reddy" userId="1914deb53c19e3bb" providerId="LiveId" clId="{BFA135AB-23E8-4001-B761-26B501D73151}" dt="2026-03-19T10:00:42.172" v="345" actId="700"/>
          <ac:spMkLst>
            <pc:docMk/>
            <pc:sldMk cId="2019385026" sldId="273"/>
            <ac:spMk id="2" creationId="{9C4B227D-A6E3-BA06-0420-AB18923CABF1}"/>
          </ac:spMkLst>
        </pc:spChg>
        <pc:spChg chg="add del mod ord">
          <ac:chgData name="Shanmukh Reddy" userId="1914deb53c19e3bb" providerId="LiveId" clId="{BFA135AB-23E8-4001-B761-26B501D73151}" dt="2026-03-19T10:00:42.172" v="345" actId="700"/>
          <ac:spMkLst>
            <pc:docMk/>
            <pc:sldMk cId="2019385026" sldId="273"/>
            <ac:spMk id="3" creationId="{042AC26A-C1CB-0B11-0ACF-1FF85755391E}"/>
          </ac:spMkLst>
        </pc:spChg>
        <pc:spChg chg="add del mod ord">
          <ac:chgData name="Shanmukh Reddy" userId="1914deb53c19e3bb" providerId="LiveId" clId="{BFA135AB-23E8-4001-B761-26B501D73151}" dt="2026-03-19T10:00:59.180" v="346" actId="931"/>
          <ac:spMkLst>
            <pc:docMk/>
            <pc:sldMk cId="2019385026" sldId="273"/>
            <ac:spMk id="6" creationId="{D2905848-D569-49A5-D662-C718F0C18C08}"/>
          </ac:spMkLst>
        </pc:spChg>
        <pc:picChg chg="add mod">
          <ac:chgData name="Shanmukh Reddy" userId="1914deb53c19e3bb" providerId="LiveId" clId="{BFA135AB-23E8-4001-B761-26B501D73151}" dt="2026-03-19T10:00:37.597" v="344" actId="931"/>
          <ac:picMkLst>
            <pc:docMk/>
            <pc:sldMk cId="2019385026" sldId="273"/>
            <ac:picMk id="5" creationId="{D2128648-A095-BB0E-3DCF-69CABAC182A5}"/>
          </ac:picMkLst>
        </pc:picChg>
        <pc:picChg chg="add mod ord">
          <ac:chgData name="Shanmukh Reddy" userId="1914deb53c19e3bb" providerId="LiveId" clId="{BFA135AB-23E8-4001-B761-26B501D73151}" dt="2026-03-19T10:01:40.709" v="353" actId="14100"/>
          <ac:picMkLst>
            <pc:docMk/>
            <pc:sldMk cId="2019385026" sldId="273"/>
            <ac:picMk id="8" creationId="{54AF15D8-B619-57B1-49EE-C00831A08697}"/>
          </ac:picMkLst>
        </pc:picChg>
      </pc:sldChg>
      <pc:sldChg chg="addSp delSp modSp add mod">
        <pc:chgData name="Shanmukh Reddy" userId="1914deb53c19e3bb" providerId="LiveId" clId="{BFA135AB-23E8-4001-B761-26B501D73151}" dt="2026-03-19T17:07:53.137" v="557" actId="14100"/>
        <pc:sldMkLst>
          <pc:docMk/>
          <pc:sldMk cId="2687029568" sldId="274"/>
        </pc:sldMkLst>
        <pc:spChg chg="mod">
          <ac:chgData name="Shanmukh Reddy" userId="1914deb53c19e3bb" providerId="LiveId" clId="{BFA135AB-23E8-4001-B761-26B501D73151}" dt="2026-03-19T10:02:22.743" v="356" actId="2711"/>
          <ac:spMkLst>
            <pc:docMk/>
            <pc:sldMk cId="2687029568" sldId="274"/>
            <ac:spMk id="2" creationId="{25EE88E7-5C50-2449-EE0D-D2099A6FCF7B}"/>
          </ac:spMkLst>
        </pc:spChg>
        <pc:spChg chg="add mod">
          <ac:chgData name="Shanmukh Reddy" userId="1914deb53c19e3bb" providerId="LiveId" clId="{BFA135AB-23E8-4001-B761-26B501D73151}" dt="2026-03-19T17:07:53.137" v="557" actId="14100"/>
          <ac:spMkLst>
            <pc:docMk/>
            <pc:sldMk cId="2687029568" sldId="274"/>
            <ac:spMk id="4" creationId="{BD1CAA26-5F6A-B8BE-D7D0-172539720E44}"/>
          </ac:spMkLst>
        </pc:spChg>
        <pc:picChg chg="del">
          <ac:chgData name="Shanmukh Reddy" userId="1914deb53c19e3bb" providerId="LiveId" clId="{BFA135AB-23E8-4001-B761-26B501D73151}" dt="2026-03-19T10:02:27.587" v="357" actId="21"/>
          <ac:picMkLst>
            <pc:docMk/>
            <pc:sldMk cId="2687029568" sldId="274"/>
            <ac:picMk id="8" creationId="{B5419783-5C89-5AD3-A769-EAC234756C3F}"/>
          </ac:picMkLst>
        </pc:picChg>
      </pc:sldChg>
      <pc:sldChg chg="add del ord">
        <pc:chgData name="Shanmukh Reddy" userId="1914deb53c19e3bb" providerId="LiveId" clId="{BFA135AB-23E8-4001-B761-26B501D73151}" dt="2026-03-19T16:44:13.681" v="491" actId="2696"/>
        <pc:sldMkLst>
          <pc:docMk/>
          <pc:sldMk cId="3426094626" sldId="275"/>
        </pc:sldMkLst>
      </pc:sldChg>
      <pc:sldChg chg="addSp delSp modSp add mod ord modClrScheme chgLayout">
        <pc:chgData name="Shanmukh Reddy" userId="1914deb53c19e3bb" providerId="LiveId" clId="{BFA135AB-23E8-4001-B761-26B501D73151}" dt="2026-03-19T17:03:25.936" v="547" actId="1036"/>
        <pc:sldMkLst>
          <pc:docMk/>
          <pc:sldMk cId="4075850638" sldId="275"/>
        </pc:sldMkLst>
        <pc:spChg chg="mod ord">
          <ac:chgData name="Shanmukh Reddy" userId="1914deb53c19e3bb" providerId="LiveId" clId="{BFA135AB-23E8-4001-B761-26B501D73151}" dt="2026-03-19T16:50:46.952" v="506" actId="700"/>
          <ac:spMkLst>
            <pc:docMk/>
            <pc:sldMk cId="4075850638" sldId="275"/>
            <ac:spMk id="2" creationId="{3D0ADF4A-2560-B2B3-F797-1F8FEC3E7A35}"/>
          </ac:spMkLst>
        </pc:spChg>
        <pc:spChg chg="add del mod ord">
          <ac:chgData name="Shanmukh Reddy" userId="1914deb53c19e3bb" providerId="LiveId" clId="{BFA135AB-23E8-4001-B761-26B501D73151}" dt="2026-03-19T16:50:06.049" v="503" actId="700"/>
          <ac:spMkLst>
            <pc:docMk/>
            <pc:sldMk cId="4075850638" sldId="275"/>
            <ac:spMk id="4" creationId="{DF38BE45-4C5D-AA88-94DA-2DE43EDE8F0D}"/>
          </ac:spMkLst>
        </pc:spChg>
        <pc:spChg chg="add del mod ord">
          <ac:chgData name="Shanmukh Reddy" userId="1914deb53c19e3bb" providerId="LiveId" clId="{BFA135AB-23E8-4001-B761-26B501D73151}" dt="2026-03-19T16:50:46.952" v="506" actId="700"/>
          <ac:spMkLst>
            <pc:docMk/>
            <pc:sldMk cId="4075850638" sldId="275"/>
            <ac:spMk id="6" creationId="{D67B308F-4FB5-8F31-3836-574DCE1931D2}"/>
          </ac:spMkLst>
        </pc:spChg>
        <pc:spChg chg="add mod ord">
          <ac:chgData name="Shanmukh Reddy" userId="1914deb53c19e3bb" providerId="LiveId" clId="{BFA135AB-23E8-4001-B761-26B501D73151}" dt="2026-03-19T17:03:25.936" v="547" actId="1036"/>
          <ac:spMkLst>
            <pc:docMk/>
            <pc:sldMk cId="4075850638" sldId="275"/>
            <ac:spMk id="8" creationId="{0FB2938C-5526-523B-3F4B-4F16D064A99A}"/>
          </ac:spMkLst>
        </pc:spChg>
        <pc:graphicFrameChg chg="del mod modGraphic">
          <ac:chgData name="Shanmukh Reddy" userId="1914deb53c19e3bb" providerId="LiveId" clId="{BFA135AB-23E8-4001-B761-26B501D73151}" dt="2026-03-19T16:49:56.984" v="502" actId="21"/>
          <ac:graphicFrameMkLst>
            <pc:docMk/>
            <pc:sldMk cId="4075850638" sldId="275"/>
            <ac:graphicFrameMk id="5" creationId="{309E354C-FA73-7CAC-F3BB-69575EEF4935}"/>
          </ac:graphicFrameMkLst>
        </pc:graphicFrameChg>
        <pc:graphicFrameChg chg="add mod">
          <ac:chgData name="Shanmukh Reddy" userId="1914deb53c19e3bb" providerId="LiveId" clId="{BFA135AB-23E8-4001-B761-26B501D73151}" dt="2026-03-19T16:50:11.281" v="505"/>
          <ac:graphicFrameMkLst>
            <pc:docMk/>
            <pc:sldMk cId="4075850638" sldId="275"/>
            <ac:graphicFrameMk id="7" creationId="{309E354C-FA73-7CAC-F3BB-69575EEF4935}"/>
          </ac:graphicFrameMkLst>
        </pc:graphicFrameChg>
      </pc:sldChg>
      <pc:sldChg chg="new del">
        <pc:chgData name="Shanmukh Reddy" userId="1914deb53c19e3bb" providerId="LiveId" clId="{BFA135AB-23E8-4001-B761-26B501D73151}" dt="2026-03-20T05:02:42.178" v="577" actId="2696"/>
        <pc:sldMkLst>
          <pc:docMk/>
          <pc:sldMk cId="3897069261" sldId="276"/>
        </pc:sldMkLst>
      </pc:sldChg>
      <pc:sldChg chg="add del">
        <pc:chgData name="Shanmukh Reddy" userId="1914deb53c19e3bb" providerId="LiveId" clId="{BFA135AB-23E8-4001-B761-26B501D73151}" dt="2026-03-20T05:02:43.908" v="578" actId="2696"/>
        <pc:sldMkLst>
          <pc:docMk/>
          <pc:sldMk cId="2119264260" sldId="277"/>
        </pc:sldMkLst>
      </pc:sldChg>
      <pc:sldChg chg="add del">
        <pc:chgData name="Shanmukh Reddy" userId="1914deb53c19e3bb" providerId="LiveId" clId="{BFA135AB-23E8-4001-B761-26B501D73151}" dt="2026-03-20T05:02:45.947" v="579" actId="2696"/>
        <pc:sldMkLst>
          <pc:docMk/>
          <pc:sldMk cId="2953360904" sldId="2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658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FFA4E-BC92-6736-D317-6DD098DF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2AA30-AB24-8BD7-A670-8FEE7F087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C6722-7A46-FC67-D285-6F02E93BC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001E1-690E-D51B-F228-DC5F83856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84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077" y="1395858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DATA MONITORING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717" y="4748789"/>
            <a:ext cx="10993546" cy="484822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7CEB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r>
              <a:rPr lang="en-US" sz="1800" dirty="0">
                <a:solidFill>
                  <a:srgbClr val="7CEB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Mahesh Babu</a:t>
            </a:r>
            <a:br>
              <a:rPr lang="en-US" sz="1800" dirty="0">
                <a:solidFill>
                  <a:srgbClr val="7CEB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7CEB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Sandeep Reddy</a:t>
            </a:r>
            <a:br>
              <a:rPr lang="en-US" sz="1800" dirty="0">
                <a:solidFill>
                  <a:srgbClr val="7CEB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7CEB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Shanmukh Reddy</a:t>
            </a:r>
            <a:br>
              <a:rPr lang="en-US" sz="1800" dirty="0">
                <a:solidFill>
                  <a:srgbClr val="7CEB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7CEB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Umesh KUMAR</a:t>
            </a:r>
          </a:p>
          <a:p>
            <a:endParaRPr lang="en-US" sz="1800" dirty="0">
              <a:solidFill>
                <a:srgbClr val="7CEB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D314D-3A39-8C45-C014-0BE10D59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045A-BE65-B979-C83A-06303160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&amp; 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6DC69C-3E76-4BB0-F6C7-C62DE1757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387" y="3450657"/>
            <a:ext cx="11532786" cy="23564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:Goals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 and store raw traffic data from sensors and streaming sources in AWS S3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transform, and validate traffic data for accuracy and reliability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workflows using Databricks and AWS integration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analytics-ready data for congestion detection and real-time dashboards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E5326-0DEA-88CB-FB4D-733AF34B7141}"/>
              </a:ext>
            </a:extLst>
          </p:cNvPr>
          <p:cNvSpPr txBox="1"/>
          <p:nvPr/>
        </p:nvSpPr>
        <p:spPr>
          <a:xfrm>
            <a:off x="452387" y="1951672"/>
            <a:ext cx="1115842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build a real-time traffic data pipeline using AWS Kinesis and Databricks. It uses Medallion Architecture to clean and transform raw data, apply business rules for congestion detection, and deliver real-time dashboards. The system also includes alerts to handle failures and anomalies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3544953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76C8A-4210-D32F-4478-3D7ABDF7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DF4A-2560-B2B3-F797-1F8FEC3E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B2938C-5526-523B-3F4B-4F16D064A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2191382"/>
            <a:ext cx="11255828" cy="367830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data is generated continuously from sensors, cameras, and monitoring systems, resulting in high-volume and fast-moving data streams.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need to monitor this data in real time to identify congestion, traffic violations, and unusual patterns.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real-time processing systems, traditional batch approaches cause delays, leading to poor traffic management and slower decision-making.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visibility into traffic patterns makes it difficult to predict congestion and optimize road usage efficiently</a:t>
            </a:r>
          </a:p>
        </p:txBody>
      </p:sp>
    </p:spTree>
    <p:extLst>
      <p:ext uri="{BB962C8B-B14F-4D97-AF65-F5344CB8AC3E}">
        <p14:creationId xmlns:p14="http://schemas.microsoft.com/office/powerpoint/2010/main" val="4075850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C8F0E-A8B2-6B0C-EDED-A4F850785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EEB3-E764-169C-E4E1-E2783B57D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 AND  TECHNOLOGIES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10BF428-5C07-A71A-2493-E77ED1CF2D3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5824709"/>
              </p:ext>
            </p:extLst>
          </p:nvPr>
        </p:nvGraphicFramePr>
        <p:xfrm>
          <a:off x="474846" y="2104981"/>
          <a:ext cx="11242308" cy="4197842"/>
        </p:xfrm>
        <a:graphic>
          <a:graphicData uri="http://schemas.openxmlformats.org/drawingml/2006/table">
            <a:tbl>
              <a:tblPr/>
              <a:tblGrid>
                <a:gridCol w="5621154">
                  <a:extLst>
                    <a:ext uri="{9D8B030D-6E8A-4147-A177-3AD203B41FA5}">
                      <a16:colId xmlns:a16="http://schemas.microsoft.com/office/drawing/2014/main" val="2793518701"/>
                    </a:ext>
                  </a:extLst>
                </a:gridCol>
                <a:gridCol w="5621154">
                  <a:extLst>
                    <a:ext uri="{9D8B030D-6E8A-4147-A177-3AD203B41FA5}">
                      <a16:colId xmlns:a16="http://schemas.microsoft.com/office/drawing/2014/main" val="1680257428"/>
                    </a:ext>
                  </a:extLst>
                </a:gridCol>
              </a:tblGrid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8262"/>
                  </a:ext>
                </a:extLst>
              </a:tr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 &amp; scripting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261542"/>
                  </a:ext>
                </a:extLst>
              </a:tr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PySpark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data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978041"/>
                  </a:ext>
                </a:extLst>
              </a:tr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Databricks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engineering &amp; Lakehouse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920599"/>
                  </a:ext>
                </a:extLst>
              </a:tr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S3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Scalable data lake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614440"/>
                  </a:ext>
                </a:extLst>
              </a:tr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Lambda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Serverless data ingestion &amp; triggers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753568"/>
                  </a:ext>
                </a:extLst>
              </a:tr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Kinesis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data streaming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589626"/>
                  </a:ext>
                </a:extLst>
              </a:tr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Firehose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 delivery to S3 (Parquet format)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039108"/>
                  </a:ext>
                </a:extLst>
              </a:tr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Glue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Metadata management &amp; data catalog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63401"/>
                  </a:ext>
                </a:extLst>
              </a:tr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Airflow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 orchestration &amp;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511743"/>
                  </a:ext>
                </a:extLst>
              </a:tr>
              <a:tr h="381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Alerts &amp; notifications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531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19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F6681-C23A-EED2-D542-644B69E28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E98FF564-5D60-ABA2-D58E-0DA6287A01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01675"/>
            <a:ext cx="11029950" cy="1014413"/>
          </a:xfrm>
        </p:spPr>
        <p:txBody>
          <a:bodyPr/>
          <a:lstStyle/>
          <a:p>
            <a:pPr algn="ctr"/>
            <a:r>
              <a:rPr lang="en-US" dirty="0"/>
              <a:t>HIGH-LEVEL DESIGH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32A699A5-5EFF-7ADE-E254-7BB9B525EED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33400" y="701675"/>
            <a:ext cx="11125199" cy="602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8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9307-ED6D-1D41-FF08-FDF0B01E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A67F1B-FC32-B780-A4E7-723F4B8BFB6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446314" y="740229"/>
            <a:ext cx="11397343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7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D98FC3-FECB-534C-EA44-4748D3A4E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Silver Layer Transformations: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AB12C2-F85D-EF85-ED51-A4ACB0881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2246350"/>
            <a:ext cx="5393100" cy="2934999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Casting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Handling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Deduplication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Bad Data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F5D093-FD93-439D-B5F8-DFC1F45D6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5486" y="2293786"/>
            <a:ext cx="5393100" cy="2934999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Enrichment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 Split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Flagging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 Score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Partitioned Write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72CB-C6DB-F439-25D3-0B22A0FC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458D4-3B5B-A31A-62D8-1FB23FEC9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541921"/>
            <a:ext cx="11029616" cy="988332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&amp; QUALITY CHECKS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C4DEAB0-4BFF-2C99-7C8F-D24BE03ED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917" y="2311713"/>
            <a:ext cx="10116799" cy="43325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Validation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Enforce predefined schema in the Bronze layer (column names, data types, mandatory fields) to ensure consistency and prevent malformed traffic records.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Deduplication &amp; Integrity Checks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 duplicate traffic records and validate unique identifiers (e.g.,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timestamp) in the Silver layer to maintain data integrity.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&amp; Anomaly Handling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rules to handle missing or invalid values (e.g., null speed, unrealistic vehicle count, negative values) to ensure accurate analytics.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Logging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 invalid or failed traffic records into a separate error table in Databricks with details such as timestamp, error type, and source file for debugging and auditing.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Rules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threshold-based checks (e.g., speed limits, congestion thresholds) to ensure only valid and meaningful data is processed for downstream analytics.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380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C7AA-D2FD-844C-8BC7-D9EAE8A9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602E-C391-B211-936A-D47819A6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A2E1CED-BE86-F595-30D2-ABA3AB571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3886" y="1838425"/>
            <a:ext cx="11348186" cy="490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66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EB9BB-E79B-2379-2D6F-0E47A0AFC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6016CC-A3AB-7D95-A1C4-2AD4FEB7C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85" y="702644"/>
            <a:ext cx="11338561" cy="577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99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6574C-A8D3-8D82-DE0A-20BFA5831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8017-735B-E03E-A845-8DDFC9497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04243"/>
            <a:ext cx="11029616" cy="98833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Orchestration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8FB453-90B1-1808-3184-1C6F193C0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387" y="2122714"/>
            <a:ext cx="10052327" cy="43325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Airflow Scheduling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Apache Airflow to schedule and manage end-to-end traffic data pipeline workflows at defined intervals (real-time or batch triggers).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DAG-Based Workflow Management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Directed Acyclic Graphs (DAGs) to define and control the sequence of tasks such as ingestion, transformation, and loading across Bronze, Silver, and Gold layers.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Job Execution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fully automated execution of Databricks jobs and AWS processes without manual intervention, ensuring continuous data processing.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Management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Configure task dependencies within DAGs to ensure correct execution order (e.g., Silver layer runs only after Bronze completion).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Handling &amp; Retries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retry mechanisms and failure handling in Airflow to automatically re-run failed tasks and maintain pipeline reliability</a:t>
            </a:r>
          </a:p>
        </p:txBody>
      </p:sp>
    </p:spTree>
    <p:extLst>
      <p:ext uri="{BB962C8B-B14F-4D97-AF65-F5344CB8AC3E}">
        <p14:creationId xmlns:p14="http://schemas.microsoft.com/office/powerpoint/2010/main" val="3116251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81529-B1FF-80CE-5EEF-6F579E65A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AF8AF-AF7B-580A-E317-11CD9F082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04243"/>
            <a:ext cx="11029616" cy="98833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/ Monitoring / Logging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4EB9893-DD3B-3422-B78D-335B2AEE0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638" y="2363344"/>
            <a:ext cx="11139169" cy="43325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Slack Alerts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 real-time notifications to Slack channels whenever pipeline failures, delays, or anomalies occur to enable quick response from the team.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Logging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detailed logs within Databricks jobs to capture execution status, errors, and processing details for debugging and auditing.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Health Monitoring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monitor the overall pipeline status (success, failure, running state) to ensure smooth and reliable data processing.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Time &amp; Error Tracking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job execution time, performance metrics, and error rates to identify bottlenecks and improve pipeline efficiency.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CloudWatch Monitoring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CloudWatch to monitor AWS resources, track system performance, and detect issues in real time for proactive maintenance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22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2E76-43B2-356F-2996-5E6A56FA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227D-A6E3-BA06-0420-AB18923CA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AF15D8-B619-57B1-49EE-C00831A08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720" y="1886552"/>
            <a:ext cx="11338559" cy="472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85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7C95-2B3C-1E47-66A8-1091A39C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88E7-5C50-2449-EE0D-D2099A6F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 &amp; OUTCOMES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CAA26-5F6A-B8BE-D7D0-172539720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888" y="2198915"/>
            <a:ext cx="10821535" cy="4158342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traffic data quality with accurate, clean, and reliable datasets.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insights and reduced decision latency through real-time data processing.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traffic management with analytics-driven congestion detection and monitoring.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efficiency by automating data pipelines and minimizing manual intervention.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cost-efficient solution using cloud-based architecture (AWS &amp; Databricks).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operational outcomes by enabling real-time monitoring and data-driven decision-making.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029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504622" y="800100"/>
            <a:ext cx="6251961" cy="26289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1782763"/>
            <a:ext cx="3081338" cy="2628900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800</TotalTime>
  <Words>807</Words>
  <Application>Microsoft Office PowerPoint</Application>
  <PresentationFormat>Widescreen</PresentationFormat>
  <Paragraphs>82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Gill Sans MT</vt:lpstr>
      <vt:lpstr>Times New Roman</vt:lpstr>
      <vt:lpstr>Wingdings 2</vt:lpstr>
      <vt:lpstr>Custom</vt:lpstr>
      <vt:lpstr>REAL-TIME TRAFFIC DATA MONITORING PIPELINE</vt:lpstr>
      <vt:lpstr>PROJECT OVERVIEW &amp; OBJECTIVES</vt:lpstr>
      <vt:lpstr>PROBLEM STATEMENT </vt:lpstr>
      <vt:lpstr>TOOLS  AND  TECHNOLOGIES</vt:lpstr>
      <vt:lpstr>HIGH-LEVEL DESIGH</vt:lpstr>
      <vt:lpstr>PowerPoint Presentation</vt:lpstr>
      <vt:lpstr>Silver Layer Transformations:</vt:lpstr>
      <vt:lpstr>ERROR HANDLING &amp; QUALITY CHECKS  </vt:lpstr>
      <vt:lpstr>Dashboards</vt:lpstr>
      <vt:lpstr>PowerPoint Presentation</vt:lpstr>
      <vt:lpstr>Pipeline Orchestration</vt:lpstr>
      <vt:lpstr>Alerts / Monitoring / Logging</vt:lpstr>
      <vt:lpstr>Testing &amp; Validation</vt:lpstr>
      <vt:lpstr>BUSINESS IMPACT &amp; OUTCOMES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Shanmukh Reddy</dc:creator>
  <cp:lastModifiedBy>Shanmukh Reddy</cp:lastModifiedBy>
  <cp:revision>1</cp:revision>
  <dcterms:created xsi:type="dcterms:W3CDTF">2026-03-18T06:44:36Z</dcterms:created>
  <dcterms:modified xsi:type="dcterms:W3CDTF">2026-03-20T05:02:50Z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